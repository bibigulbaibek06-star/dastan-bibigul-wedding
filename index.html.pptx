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31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1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30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1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17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63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6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5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6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6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9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3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8617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6F3A3-1349-ED8F-105E-9119A11EC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&lt;div </a:t>
            </a:r>
            <a:r>
              <a:rPr lang="ru-RU" dirty="0" err="1"/>
              <a:t>class</a:t>
            </a:r>
            <a:r>
              <a:rPr lang="ru-RU" dirty="0"/>
              <a:t>=«</a:t>
            </a:r>
            <a:r>
              <a:rPr lang="ru-RU" dirty="0" err="1"/>
              <a:t>box</a:t>
            </a:r>
            <a:r>
              <a:rPr lang="ru-RU" dirty="0"/>
              <a:t>»&gt;
    &lt;</a:t>
            </a:r>
            <a:r>
              <a:rPr lang="ru-RU" dirty="0" err="1"/>
              <a:t>button</a:t>
            </a:r>
            <a:r>
              <a:rPr lang="ru-RU" dirty="0"/>
              <a:t> </a:t>
            </a:r>
            <a:r>
              <a:rPr lang="ru-RU" dirty="0" err="1"/>
              <a:t>onclick</a:t>
            </a:r>
            <a:r>
              <a:rPr lang="ru-RU" dirty="0"/>
              <a:t>=«</a:t>
            </a:r>
            <a:r>
              <a:rPr lang="ru-RU" dirty="0" err="1"/>
              <a:t>toggleAudio</a:t>
            </a:r>
            <a:r>
              <a:rPr lang="ru-RU" dirty="0"/>
              <a:t>()» </a:t>
            </a:r>
            <a:r>
              <a:rPr lang="ru-RU" dirty="0" err="1"/>
              <a:t>id</a:t>
            </a:r>
            <a:r>
              <a:rPr lang="ru-RU" dirty="0"/>
              <a:t>=«</a:t>
            </a:r>
            <a:r>
              <a:rPr lang="ru-RU" dirty="0" err="1"/>
              <a:t>musicBtn</a:t>
            </a:r>
            <a:r>
              <a:rPr lang="ru-RU" dirty="0"/>
              <a:t>»&gt;🎵 </a:t>
            </a:r>
            <a:r>
              <a:rPr lang="ru-RU" dirty="0" err="1"/>
              <a:t>Музыканы</a:t>
            </a:r>
            <a:r>
              <a:rPr lang="ru-RU" dirty="0"/>
              <a:t> </a:t>
            </a:r>
            <a:r>
              <a:rPr lang="ru-RU" dirty="0" err="1"/>
              <a:t>қосу</a:t>
            </a:r>
            <a:r>
              <a:rPr lang="ru-RU" dirty="0"/>
              <a:t>&lt;/</a:t>
            </a:r>
            <a:r>
              <a:rPr lang="ru-RU" dirty="0" err="1"/>
              <a:t>button</a:t>
            </a:r>
            <a:r>
              <a:rPr lang="ru-RU" dirty="0"/>
              <a:t>&gt;
    &lt;</a:t>
            </a:r>
            <a:r>
              <a:rPr lang="ru-RU" dirty="0" err="1"/>
              <a:t>audio</a:t>
            </a:r>
            <a:r>
              <a:rPr lang="ru-RU" dirty="0"/>
              <a:t> </a:t>
            </a:r>
            <a:r>
              <a:rPr lang="ru-RU" dirty="0" err="1"/>
              <a:t>id</a:t>
            </a:r>
            <a:r>
              <a:rPr lang="ru-RU" dirty="0"/>
              <a:t>=«</a:t>
            </a:r>
            <a:r>
              <a:rPr lang="ru-RU" dirty="0" err="1"/>
              <a:t>bgMusic</a:t>
            </a:r>
            <a:r>
              <a:rPr lang="ru-RU" dirty="0"/>
              <a:t>» </a:t>
            </a:r>
            <a:r>
              <a:rPr lang="ru-RU" dirty="0" err="1"/>
              <a:t>loop</a:t>
            </a:r>
            <a:r>
              <a:rPr lang="ru-RU" dirty="0"/>
              <a:t>&gt;
        &lt;</a:t>
            </a:r>
            <a:r>
              <a:rPr lang="ru-RU" dirty="0" err="1"/>
              <a:t>source</a:t>
            </a:r>
            <a:r>
              <a:rPr lang="ru-RU" dirty="0"/>
              <a:t> </a:t>
            </a:r>
            <a:r>
              <a:rPr lang="ru-RU" dirty="0" err="1"/>
              <a:t>src</a:t>
            </a:r>
            <a:r>
              <a:rPr lang="ru-RU" dirty="0"/>
              <a:t>=«</a:t>
            </a:r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cdn.pixabay.com</a:t>
            </a:r>
            <a:r>
              <a:rPr lang="ru-RU" dirty="0"/>
              <a:t>/</a:t>
            </a:r>
            <a:r>
              <a:rPr lang="ru-RU" dirty="0" err="1"/>
              <a:t>download</a:t>
            </a:r>
            <a:r>
              <a:rPr lang="ru-RU" dirty="0"/>
              <a:t>/</a:t>
            </a:r>
            <a:r>
              <a:rPr lang="ru-RU" dirty="0" err="1"/>
              <a:t>audio</a:t>
            </a:r>
            <a:r>
              <a:rPr lang="ru-RU" dirty="0"/>
              <a:t>/2022/03/15/audio_c8c8c8e9c5.mp3?filename=wedding-piano-110624.mp3» </a:t>
            </a:r>
            <a:r>
              <a:rPr lang="ru-RU" dirty="0" err="1"/>
              <a:t>type</a:t>
            </a:r>
            <a:r>
              <a:rPr lang="ru-RU" dirty="0"/>
              <a:t>=«</a:t>
            </a:r>
            <a:r>
              <a:rPr lang="ru-RU" dirty="0" err="1"/>
              <a:t>audio</a:t>
            </a:r>
            <a:r>
              <a:rPr lang="ru-RU" dirty="0"/>
              <a:t>/</a:t>
            </a:r>
            <a:r>
              <a:rPr lang="ru-RU" dirty="0" err="1"/>
              <a:t>mpeg</a:t>
            </a:r>
            <a:r>
              <a:rPr lang="ru-RU" dirty="0"/>
              <a:t>»&gt;
    &lt;/</a:t>
            </a:r>
            <a:r>
              <a:rPr lang="ru-RU" dirty="0" err="1"/>
              <a:t>audio</a:t>
            </a:r>
            <a:r>
              <a:rPr lang="ru-RU" dirty="0"/>
              <a:t>&gt;
&lt;/div&gt;
&lt;</a:t>
            </a:r>
            <a:r>
              <a:rPr lang="ru-RU" dirty="0" err="1"/>
              <a:t>script</a:t>
            </a:r>
            <a:r>
              <a:rPr lang="ru-RU" dirty="0"/>
              <a:t>&gt;
// </a:t>
            </a:r>
            <a:r>
              <a:rPr lang="ru-RU" dirty="0" err="1"/>
              <a:t>Музыканы</a:t>
            </a:r>
            <a:r>
              <a:rPr lang="ru-RU" dirty="0"/>
              <a:t> </a:t>
            </a:r>
            <a:r>
              <a:rPr lang="ru-RU" dirty="0" err="1"/>
              <a:t>басқару</a:t>
            </a:r>
            <a:r>
              <a:rPr lang="ru-RU" dirty="0"/>
              <a:t> </a:t>
            </a:r>
            <a:r>
              <a:rPr lang="ru-RU" dirty="0" err="1"/>
              <a:t>функциясы</a:t>
            </a:r>
            <a:r>
              <a:rPr lang="ru-RU" dirty="0"/>
              <a:t>
</a:t>
            </a:r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toggleAudio</a:t>
            </a:r>
            <a:r>
              <a:rPr lang="ru-RU" dirty="0"/>
              <a:t>() {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audio</a:t>
            </a:r>
            <a:r>
              <a:rPr lang="ru-RU" dirty="0"/>
              <a:t> = </a:t>
            </a:r>
            <a:r>
              <a:rPr lang="ru-RU" dirty="0" err="1"/>
              <a:t>document.getElementById</a:t>
            </a:r>
            <a:r>
              <a:rPr lang="ru-RU" dirty="0"/>
              <a:t>(«</a:t>
            </a:r>
            <a:r>
              <a:rPr lang="ru-RU" dirty="0" err="1"/>
              <a:t>bgMusic</a:t>
            </a:r>
            <a:r>
              <a:rPr lang="ru-RU" dirty="0"/>
              <a:t>»);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btn</a:t>
            </a:r>
            <a:r>
              <a:rPr lang="ru-RU" dirty="0"/>
              <a:t> = </a:t>
            </a:r>
            <a:r>
              <a:rPr lang="ru-RU" dirty="0" err="1"/>
              <a:t>document.getElementById</a:t>
            </a:r>
            <a:r>
              <a:rPr lang="ru-RU" dirty="0"/>
              <a:t>(«</a:t>
            </a:r>
            <a:r>
              <a:rPr lang="ru-RU" dirty="0" err="1"/>
              <a:t>musicBtn</a:t>
            </a:r>
            <a:r>
              <a:rPr lang="ru-RU" dirty="0"/>
              <a:t>»);
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audio.paused</a:t>
            </a:r>
            <a:r>
              <a:rPr lang="ru-RU" dirty="0"/>
              <a:t>) {
    </a:t>
            </a:r>
            <a:r>
              <a:rPr lang="ru-RU" dirty="0" err="1"/>
              <a:t>audio.play</a:t>
            </a:r>
            <a:r>
              <a:rPr lang="ru-RU" dirty="0"/>
              <a:t>();
    </a:t>
            </a:r>
            <a:r>
              <a:rPr lang="ru-RU" dirty="0" err="1"/>
              <a:t>btn.innerHTML</a:t>
            </a:r>
            <a:r>
              <a:rPr lang="ru-RU" dirty="0"/>
              <a:t> = «⏸ </a:t>
            </a:r>
            <a:r>
              <a:rPr lang="ru-RU" dirty="0" err="1"/>
              <a:t>Музыканы</a:t>
            </a:r>
            <a:r>
              <a:rPr lang="ru-RU" dirty="0"/>
              <a:t> </a:t>
            </a:r>
            <a:r>
              <a:rPr lang="ru-RU" dirty="0" err="1"/>
              <a:t>тоқтату</a:t>
            </a:r>
            <a:r>
              <a:rPr lang="ru-RU" dirty="0"/>
              <a:t>»;
  } </a:t>
            </a:r>
            <a:r>
              <a:rPr lang="ru-RU" dirty="0" err="1"/>
              <a:t>else</a:t>
            </a:r>
            <a:r>
              <a:rPr lang="ru-RU" dirty="0"/>
              <a:t> {
    </a:t>
            </a:r>
            <a:r>
              <a:rPr lang="ru-RU" dirty="0" err="1"/>
              <a:t>audio.pause</a:t>
            </a:r>
            <a:r>
              <a:rPr lang="ru-RU" dirty="0"/>
              <a:t>();
    </a:t>
            </a:r>
            <a:r>
              <a:rPr lang="ru-RU" dirty="0" err="1"/>
              <a:t>btn.innerHTML</a:t>
            </a:r>
            <a:r>
              <a:rPr lang="ru-RU" dirty="0"/>
              <a:t> = «🎵 </a:t>
            </a:r>
            <a:r>
              <a:rPr lang="ru-RU" dirty="0" err="1"/>
              <a:t>Музыканы</a:t>
            </a:r>
            <a:r>
              <a:rPr lang="ru-RU" dirty="0"/>
              <a:t> </a:t>
            </a:r>
            <a:r>
              <a:rPr lang="ru-RU" dirty="0" err="1"/>
              <a:t>қосу</a:t>
            </a:r>
            <a:r>
              <a:rPr lang="ru-RU" dirty="0"/>
              <a:t>»;
  }
}
// </a:t>
            </a:r>
            <a:r>
              <a:rPr lang="ru-RU" dirty="0" err="1"/>
              <a:t>Жақсартылған</a:t>
            </a:r>
            <a:r>
              <a:rPr lang="ru-RU" dirty="0"/>
              <a:t> таймер
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weddingDate</a:t>
            </a:r>
            <a:r>
              <a:rPr lang="ru-RU" dirty="0"/>
              <a:t> =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(«</a:t>
            </a:r>
            <a:r>
              <a:rPr lang="ru-RU" dirty="0" err="1"/>
              <a:t>June</a:t>
            </a:r>
            <a:r>
              <a:rPr lang="ru-RU" dirty="0"/>
              <a:t> 6, 2026 18:00:00»).</a:t>
            </a:r>
            <a:r>
              <a:rPr lang="ru-RU" dirty="0" err="1"/>
              <a:t>getTime</a:t>
            </a:r>
            <a:r>
              <a:rPr lang="ru-RU" dirty="0"/>
              <a:t>();
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timerElement</a:t>
            </a:r>
            <a:r>
              <a:rPr lang="ru-RU" dirty="0"/>
              <a:t> = </a:t>
            </a:r>
            <a:r>
              <a:rPr lang="ru-RU" dirty="0" err="1"/>
              <a:t>document.getElementById</a:t>
            </a:r>
            <a:r>
              <a:rPr lang="ru-RU" dirty="0"/>
              <a:t>(«</a:t>
            </a:r>
            <a:r>
              <a:rPr lang="ru-RU" dirty="0" err="1"/>
              <a:t>timer</a:t>
            </a:r>
            <a:r>
              <a:rPr lang="ru-RU" dirty="0"/>
              <a:t>»);
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updateTimer</a:t>
            </a:r>
            <a:r>
              <a:rPr lang="ru-RU" dirty="0"/>
              <a:t> = </a:t>
            </a:r>
            <a:r>
              <a:rPr lang="ru-RU" dirty="0" err="1"/>
              <a:t>setInterval</a:t>
            </a:r>
            <a:r>
              <a:rPr lang="ru-RU" dirty="0"/>
              <a:t>(() =&gt; {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now</a:t>
            </a:r>
            <a:r>
              <a:rPr lang="ru-RU" dirty="0"/>
              <a:t> =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().</a:t>
            </a:r>
            <a:r>
              <a:rPr lang="ru-RU" dirty="0" err="1"/>
              <a:t>getTime</a:t>
            </a:r>
            <a:r>
              <a:rPr lang="ru-RU" dirty="0"/>
              <a:t>();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distance</a:t>
            </a:r>
            <a:r>
              <a:rPr lang="ru-RU" dirty="0"/>
              <a:t> = </a:t>
            </a:r>
            <a:r>
              <a:rPr lang="ru-RU" dirty="0" err="1"/>
              <a:t>weddingDate</a:t>
            </a:r>
            <a:r>
              <a:rPr lang="ru-RU" dirty="0"/>
              <a:t> – </a:t>
            </a:r>
            <a:r>
              <a:rPr lang="ru-RU" dirty="0" err="1"/>
              <a:t>now</a:t>
            </a:r>
            <a:r>
              <a:rPr lang="ru-RU" dirty="0"/>
              <a:t>;
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distance</a:t>
            </a:r>
            <a:r>
              <a:rPr lang="ru-RU" dirty="0"/>
              <a:t> &lt; 0) {
    </a:t>
            </a:r>
            <a:r>
              <a:rPr lang="ru-RU" dirty="0" err="1"/>
              <a:t>clearInterval</a:t>
            </a:r>
            <a:r>
              <a:rPr lang="ru-RU" dirty="0"/>
              <a:t>(</a:t>
            </a:r>
            <a:r>
              <a:rPr lang="ru-RU" dirty="0" err="1"/>
              <a:t>updateTimer</a:t>
            </a:r>
            <a:r>
              <a:rPr lang="ru-RU" dirty="0"/>
              <a:t>);
    </a:t>
            </a:r>
            <a:r>
              <a:rPr lang="ru-RU" dirty="0" err="1"/>
              <a:t>timerElement.innerHTML</a:t>
            </a:r>
            <a:r>
              <a:rPr lang="ru-RU" dirty="0"/>
              <a:t> = «Той </a:t>
            </a:r>
            <a:r>
              <a:rPr lang="ru-RU" dirty="0" err="1"/>
              <a:t>басталды</a:t>
            </a:r>
            <a:r>
              <a:rPr lang="ru-RU" dirty="0"/>
              <a:t>! </a:t>
            </a:r>
            <a:r>
              <a:rPr lang="ru-RU" dirty="0" err="1"/>
              <a:t>Қош</a:t>
            </a:r>
            <a:r>
              <a:rPr lang="ru-RU" dirty="0"/>
              <a:t> </a:t>
            </a:r>
            <a:r>
              <a:rPr lang="ru-RU" dirty="0" err="1"/>
              <a:t>келдіңіздер</a:t>
            </a:r>
            <a:r>
              <a:rPr lang="ru-RU" dirty="0"/>
              <a:t>!»;
    </a:t>
            </a:r>
            <a:r>
              <a:rPr lang="ru-RU" dirty="0" err="1"/>
              <a:t>return</a:t>
            </a:r>
            <a:r>
              <a:rPr lang="ru-RU" dirty="0"/>
              <a:t>;
  }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days</a:t>
            </a:r>
            <a:r>
              <a:rPr lang="ru-RU" dirty="0"/>
              <a:t> = </a:t>
            </a:r>
            <a:r>
              <a:rPr lang="ru-RU" dirty="0" err="1"/>
              <a:t>Math.floor</a:t>
            </a:r>
            <a:r>
              <a:rPr lang="ru-RU" dirty="0"/>
              <a:t>(</a:t>
            </a:r>
            <a:r>
              <a:rPr lang="ru-RU" dirty="0" err="1"/>
              <a:t>distance</a:t>
            </a:r>
            <a:r>
              <a:rPr lang="ru-RU" dirty="0"/>
              <a:t> / (1000 * 60 * 60 * 24));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hours</a:t>
            </a:r>
            <a:r>
              <a:rPr lang="ru-RU" dirty="0"/>
              <a:t> = </a:t>
            </a:r>
            <a:r>
              <a:rPr lang="ru-RU" dirty="0" err="1"/>
              <a:t>Math.floor</a:t>
            </a:r>
            <a:r>
              <a:rPr lang="ru-RU" dirty="0"/>
              <a:t>((</a:t>
            </a:r>
            <a:r>
              <a:rPr lang="ru-RU" dirty="0" err="1"/>
              <a:t>distance</a:t>
            </a:r>
            <a:r>
              <a:rPr lang="ru-RU" dirty="0"/>
              <a:t> % (1000 * 60 * 60 * 24)) / (1000 * 60 * 60));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minutes</a:t>
            </a:r>
            <a:r>
              <a:rPr lang="ru-RU" dirty="0"/>
              <a:t> = </a:t>
            </a:r>
            <a:r>
              <a:rPr lang="ru-RU" dirty="0" err="1"/>
              <a:t>Math.floor</a:t>
            </a:r>
            <a:r>
              <a:rPr lang="ru-RU" dirty="0"/>
              <a:t>((</a:t>
            </a:r>
            <a:r>
              <a:rPr lang="ru-RU" dirty="0" err="1"/>
              <a:t>distance</a:t>
            </a:r>
            <a:r>
              <a:rPr lang="ru-RU" dirty="0"/>
              <a:t> % (1000 * 60 * 60)) / (1000 * 60));
 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seconds</a:t>
            </a:r>
            <a:r>
              <a:rPr lang="ru-RU" dirty="0"/>
              <a:t> = </a:t>
            </a:r>
            <a:r>
              <a:rPr lang="ru-RU" dirty="0" err="1"/>
              <a:t>Math.floor</a:t>
            </a:r>
            <a:r>
              <a:rPr lang="ru-RU" dirty="0"/>
              <a:t>((</a:t>
            </a:r>
            <a:r>
              <a:rPr lang="ru-RU" dirty="0" err="1"/>
              <a:t>distance</a:t>
            </a:r>
            <a:r>
              <a:rPr lang="ru-RU" dirty="0"/>
              <a:t> % (1000 * 60)) / 1000);
  </a:t>
            </a:r>
            <a:r>
              <a:rPr lang="ru-RU" dirty="0" err="1"/>
              <a:t>timerElement.innerHTML</a:t>
            </a:r>
            <a:r>
              <a:rPr lang="ru-RU" dirty="0"/>
              <a:t> = `${</a:t>
            </a:r>
            <a:r>
              <a:rPr lang="ru-RU" dirty="0" err="1"/>
              <a:t>days</a:t>
            </a:r>
            <a:r>
              <a:rPr lang="ru-RU" dirty="0"/>
              <a:t>} </a:t>
            </a:r>
            <a:r>
              <a:rPr lang="ru-RU" dirty="0" err="1"/>
              <a:t>күн</a:t>
            </a:r>
            <a:r>
              <a:rPr lang="ru-RU" dirty="0"/>
              <a:t> ${</a:t>
            </a:r>
            <a:r>
              <a:rPr lang="ru-RU" dirty="0" err="1"/>
              <a:t>hours</a:t>
            </a:r>
            <a:r>
              <a:rPr lang="ru-RU" dirty="0"/>
              <a:t>} </a:t>
            </a:r>
            <a:r>
              <a:rPr lang="ru-RU" dirty="0" err="1"/>
              <a:t>сағат</a:t>
            </a:r>
            <a:r>
              <a:rPr lang="ru-RU" dirty="0"/>
              <a:t> ${</a:t>
            </a:r>
            <a:r>
              <a:rPr lang="ru-RU" dirty="0" err="1"/>
              <a:t>minutes</a:t>
            </a:r>
            <a:r>
              <a:rPr lang="ru-RU" dirty="0"/>
              <a:t>} минут ${</a:t>
            </a:r>
            <a:r>
              <a:rPr lang="ru-RU" dirty="0" err="1"/>
              <a:t>seconds</a:t>
            </a:r>
            <a:r>
              <a:rPr lang="ru-RU" dirty="0"/>
              <a:t>} секунд </a:t>
            </a:r>
            <a:r>
              <a:rPr lang="ru-RU" dirty="0" err="1"/>
              <a:t>қалды</a:t>
            </a:r>
            <a:r>
              <a:rPr lang="ru-RU" dirty="0"/>
              <a:t>`;
}, 1000);
&lt;/</a:t>
            </a:r>
            <a:r>
              <a:rPr lang="ru-RU" dirty="0" err="1"/>
              <a:t>script</a:t>
            </a:r>
            <a:r>
              <a:rPr lang="ru-RU" dirty="0"/>
              <a:t>&gt;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8DA16B-C6CA-57A7-AEBF-FBD89E0F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57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Мэдисон</vt:lpstr>
      <vt:lpstr>&lt;div class=«box»&gt;
    &lt;button onclick=«toggleAudio()» id=«musicBtn»&gt;🎵 Музыканы қосу&lt;/button&gt;
    &lt;audio id=«bgMusic» loop&gt;
        &lt;source src=«https://cdn.pixabay.com/download/audio/2022/03/15/audio_c8c8c8e9c5.mp3?filename=wedding-piano-110624.mp3» type=«audio/mpeg»&gt;
    &lt;/audio&gt;
&lt;/div&gt;
&lt;script&gt;
// Музыканы басқару функциясы
function toggleAudio() {
  const audio = document.getElementById(«bgMusic»);
  const btn = document.getElementById(«musicBtn»);
  if (audio.paused) {
    audio.play();
    btn.innerHTML = «⏸ Музыканы тоқтату»;
  } else {
    audio.pause();
    btn.innerHTML = «🎵 Музыканы қосу»;
  }
}
// Жақсартылған таймер
const weddingDate = new Date(«June 6, 2026 18:00:00»).getTime();
const timerElement = document.getElementById(«timer»);
const updateTimer = setInterval(() =&gt; {
  const now = new Date().getTime();
  const distance = weddingDate – now;
  if (distance &lt; 0) {
    clearInterval(updateTimer);
    timerElement.innerHTML = «Той басталды! Қош келдіңіздер!»;
    return;
  }
  const days = Math.floor(distance / (1000 * 60 * 60 * 24));
  const hours = Math.floor((distance % (1000 * 60 * 60 * 24)) / (1000 * 60 * 60));
  const minutes = Math.floor((distance % (1000 * 60 * 60)) / (1000 * 60));
  const seconds = Math.floor((distance % (1000 * 60)) / 1000);
  timerElement.innerHTML = `${days} күн ${hours} сағат ${minutes} минут ${seconds} секунд қалды`;
}, 1000);
&lt;/script&gt;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&lt;div class=«box»&gt;
    &lt;button onclick=«toggleAudio()» id=«musicBtn»&gt;🎵 Музыканы қосу&lt;/button&gt;
    &lt;audio id=«bgMusic» loop&gt;
        &lt;source src=«https://cdn.pixabay.com/download/audio/2022/03/15/audio_c8c8c8e9c5.mp3?filename=wedding-piano-110624.mp3» type=«audio/mpeg»&gt;
    &lt;/audio&gt;
&lt;/div&gt;
&lt;script&gt;
// Музыканы басқару функциясы
function toggleAudio() {
  const audio = document.getElementById(«bgMusic»);
  const btn = document.getElementById(«musicBtn»);
  if (audio.paused) {
    audio.play();
    btn.innerHTML = «⏸ Музыканы тоқтату»;
  } else {
    audio.pause();
    btn.innerHTML = «🎵 Музыканы қосу»;
  }
}
// Жақсартылған таймер
const weddingDate = new Date(«June 6, 2026 18:00:00»).getTime();
const timerElement = document.getElementById(«timer»);
const updateTimer = setInterval(() =&gt; {
  const now = new Date().getTime();
  const distance = weddingDate – now;
  if (distance &lt; 0) {
    clearInterval(updateTimer);
    timerElement.innerHTML = «Той басталды! Қош келдіңіздер!»;
    return;
  }
  const days = Math.floor(distance / (1000 * 60 * 60 * 24));
  const hours = Math.floor((distance % (1000 * 60 * 60 * 24)) / (1000 * 60 * 60));
  const minutes = Math.floor((distance % (1000 * 60 * 60)) / (1000 * 60));
  const seconds = Math.floor((distance % (1000 * 60)) / 1000);
  timerElement.innerHTML = `${days} күн ${hours} сағат ${minutes} минут ${seconds} секунд қалды`;
}, 1000);
&lt;/script&gt;</dc:title>
  <dc:creator>bibigulbaibek560@gmail.com</dc:creator>
  <cp:lastModifiedBy>bibigulbaibek560@gmail.com</cp:lastModifiedBy>
  <cp:revision>1</cp:revision>
  <dcterms:created xsi:type="dcterms:W3CDTF">2026-04-20T10:11:28Z</dcterms:created>
  <dcterms:modified xsi:type="dcterms:W3CDTF">2026-04-20T10:13:07Z</dcterms:modified>
</cp:coreProperties>
</file>